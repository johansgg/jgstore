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0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9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5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0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1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6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5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9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46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6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C99A1-A703-668D-91BD-A2C0A58B2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34" b="13216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AF118D-E987-420C-9473-9F7C3A22C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s-MX" dirty="0"/>
              <a:t>Pruebas </a:t>
            </a:r>
            <a:r>
              <a:rPr lang="es-MX" dirty="0" err="1"/>
              <a:t>APIs</a:t>
            </a:r>
            <a:r>
              <a:rPr lang="es-MX" dirty="0"/>
              <a:t> con </a:t>
            </a:r>
            <a:r>
              <a:rPr lang="es-MX" dirty="0" err="1"/>
              <a:t>Postman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AE54F0-6AE3-F056-FCD1-69166800D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es-MX" dirty="0"/>
              <a:t>Johan Gongora</a:t>
            </a:r>
            <a:endParaRPr lang="es-CO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9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9C31F-27D9-2122-1728-06B93763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Introducción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E7155-A6E9-1560-5B84-454CF70BB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Este documento detalla las pruebas realizadas a las </a:t>
            </a:r>
            <a:r>
              <a:rPr lang="es-MX" dirty="0" err="1"/>
              <a:t>APIs</a:t>
            </a:r>
            <a:r>
              <a:rPr lang="es-MX" dirty="0"/>
              <a:t> de registro (POST /api/</a:t>
            </a:r>
            <a:r>
              <a:rPr lang="es-MX" dirty="0" err="1"/>
              <a:t>auth</a:t>
            </a:r>
            <a:r>
              <a:rPr lang="es-MX" dirty="0"/>
              <a:t>/</a:t>
            </a:r>
            <a:r>
              <a:rPr lang="es-MX" dirty="0" err="1"/>
              <a:t>register</a:t>
            </a:r>
            <a:r>
              <a:rPr lang="es-MX" dirty="0"/>
              <a:t>) y </a:t>
            </a:r>
            <a:r>
              <a:rPr lang="es-MX" dirty="0" err="1"/>
              <a:t>login</a:t>
            </a:r>
            <a:r>
              <a:rPr lang="es-MX" dirty="0"/>
              <a:t> (POST /api/</a:t>
            </a:r>
            <a:r>
              <a:rPr lang="es-MX" dirty="0" err="1"/>
              <a:t>auth</a:t>
            </a:r>
            <a:r>
              <a:rPr lang="es-MX" dirty="0"/>
              <a:t>/</a:t>
            </a:r>
            <a:r>
              <a:rPr lang="es-MX" dirty="0" err="1"/>
              <a:t>login</a:t>
            </a:r>
            <a:r>
              <a:rPr lang="es-MX" dirty="0"/>
              <a:t>) en </a:t>
            </a:r>
            <a:r>
              <a:rPr lang="es-MX" dirty="0" err="1"/>
              <a:t>JGStore</a:t>
            </a:r>
            <a:r>
              <a:rPr lang="es-MX" dirty="0"/>
              <a:t>, utilizando </a:t>
            </a:r>
            <a:r>
              <a:rPr lang="es-MX" dirty="0" err="1"/>
              <a:t>Postman</a:t>
            </a:r>
            <a:r>
              <a:rPr lang="es-MX" dirty="0"/>
              <a:t>. Se verifican casos de éxito y errores para asegurar funcionalidad y seguridad.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991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666C3-DC10-FD64-A72B-6D828B76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Herramientas y </a:t>
            </a:r>
            <a:r>
              <a:rPr lang="es-MX" dirty="0" err="1"/>
              <a:t>Frameworks</a:t>
            </a:r>
            <a:r>
              <a:rPr lang="es-MX" dirty="0"/>
              <a:t> usados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9BD1F-24A6-C145-C9F4-F73CB0449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 err="1"/>
              <a:t>Postman</a:t>
            </a:r>
            <a:r>
              <a:rPr lang="es-CO" dirty="0"/>
              <a:t> v[versión], Servidor </a:t>
            </a:r>
            <a:r>
              <a:rPr lang="es-CO" dirty="0" err="1"/>
              <a:t>JGStore</a:t>
            </a:r>
            <a:r>
              <a:rPr lang="es-CO" dirty="0"/>
              <a:t> corriendo en http://localhost:3000. </a:t>
            </a:r>
          </a:p>
          <a:p>
            <a:pPr marL="0" indent="0">
              <a:buNone/>
            </a:pPr>
            <a:r>
              <a:rPr lang="es-CO" b="1" dirty="0" err="1"/>
              <a:t>Frameworks</a:t>
            </a:r>
            <a:r>
              <a:rPr lang="es-CO" b="1" dirty="0"/>
              <a:t> Usados: </a:t>
            </a:r>
            <a:r>
              <a:rPr lang="es-CO" dirty="0"/>
              <a:t>Express.js (</a:t>
            </a:r>
            <a:r>
              <a:rPr lang="es-CO" dirty="0" err="1"/>
              <a:t>backend</a:t>
            </a:r>
            <a:r>
              <a:rPr lang="es-CO" dirty="0"/>
              <a:t>), con middleware JWT y </a:t>
            </a:r>
            <a:r>
              <a:rPr lang="es-CO" dirty="0" err="1"/>
              <a:t>bcrypt</a:t>
            </a:r>
            <a:r>
              <a:rPr lang="es-CO" dirty="0"/>
              <a:t>. </a:t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344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8C523-8A06-CD80-1E63-9931412E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Configuración en entorno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EF0FE-56A2-A8C3-8A5A-CAEA35C2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Entorno en </a:t>
            </a:r>
            <a:r>
              <a:rPr lang="es-MX" b="1" dirty="0" err="1"/>
              <a:t>Postman</a:t>
            </a:r>
            <a:r>
              <a:rPr lang="es-MX" b="1" dirty="0"/>
              <a:t>:</a:t>
            </a:r>
            <a:r>
              <a:rPr lang="es-MX" dirty="0"/>
              <a:t> "</a:t>
            </a:r>
            <a:r>
              <a:rPr lang="es-MX" dirty="0" err="1"/>
              <a:t>JGStore</a:t>
            </a:r>
            <a:r>
              <a:rPr lang="es-MX" dirty="0"/>
              <a:t> Local" con variables </a:t>
            </a:r>
            <a:r>
              <a:rPr lang="es-MX" dirty="0" err="1"/>
              <a:t>base_url</a:t>
            </a:r>
            <a:r>
              <a:rPr lang="es-MX" dirty="0"/>
              <a:t> = http://localhost:3000 y </a:t>
            </a:r>
            <a:r>
              <a:rPr lang="es-MX" dirty="0" err="1"/>
              <a:t>auth_token</a:t>
            </a:r>
            <a:r>
              <a:rPr lang="es-MX" dirty="0"/>
              <a:t> (actualizado dinámicamente). </a:t>
            </a:r>
          </a:p>
          <a:p>
            <a:pPr marL="0" indent="0">
              <a:buNone/>
            </a:pPr>
            <a:r>
              <a:rPr lang="es-MX" b="1" dirty="0"/>
              <a:t>Colección: </a:t>
            </a:r>
            <a:r>
              <a:rPr lang="es-MX" dirty="0"/>
              <a:t>"</a:t>
            </a:r>
            <a:r>
              <a:rPr lang="es-MX" dirty="0" err="1"/>
              <a:t>JGStore</a:t>
            </a:r>
            <a:r>
              <a:rPr lang="es-MX" dirty="0"/>
              <a:t> </a:t>
            </a:r>
            <a:r>
              <a:rPr lang="es-MX" dirty="0" err="1"/>
              <a:t>APIs</a:t>
            </a:r>
            <a:r>
              <a:rPr lang="es-MX" dirty="0"/>
              <a:t>" con </a:t>
            </a:r>
            <a:r>
              <a:rPr lang="es-MX" dirty="0" err="1"/>
              <a:t>requests</a:t>
            </a:r>
            <a:r>
              <a:rPr lang="es-MX" dirty="0"/>
              <a:t> para </a:t>
            </a:r>
            <a:r>
              <a:rPr lang="es-MX" dirty="0" err="1"/>
              <a:t>register</a:t>
            </a:r>
            <a:r>
              <a:rPr lang="es-MX" dirty="0"/>
              <a:t> y </a:t>
            </a:r>
            <a:r>
              <a:rPr lang="es-MX" dirty="0" err="1"/>
              <a:t>login</a:t>
            </a:r>
            <a:r>
              <a:rPr lang="es-MX" dirty="0"/>
              <a:t>. </a:t>
            </a: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542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ABF9B-D33B-62A5-50E3-C1172207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Pruebas de la API </a:t>
            </a:r>
            <a:r>
              <a:rPr lang="es-MX" dirty="0" err="1"/>
              <a:t>register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EEB06-5A0E-7AAC-CB9F-5BD5E9F1A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b="1" dirty="0"/>
              <a:t>Descripción: </a:t>
            </a:r>
            <a:r>
              <a:rPr lang="es-CO" dirty="0"/>
              <a:t>Registra un nuevo usuario con campos nombre, apellido, email, </a:t>
            </a:r>
            <a:r>
              <a:rPr lang="es-CO" dirty="0" err="1"/>
              <a:t>password</a:t>
            </a:r>
            <a:r>
              <a:rPr lang="es-CO" dirty="0"/>
              <a:t> y role.  </a:t>
            </a:r>
            <a:r>
              <a:rPr lang="es-CO" b="1" dirty="0"/>
              <a:t>Caso de Éxito: </a:t>
            </a:r>
          </a:p>
          <a:p>
            <a:pPr marL="0" indent="0">
              <a:buNone/>
            </a:pPr>
            <a:r>
              <a:rPr lang="es-CO" b="1" dirty="0" err="1"/>
              <a:t>Request</a:t>
            </a:r>
            <a:r>
              <a:rPr lang="es-CO" b="1" dirty="0"/>
              <a:t>:</a:t>
            </a:r>
            <a:r>
              <a:rPr lang="es-CO" dirty="0"/>
              <a:t> POST {{</a:t>
            </a:r>
            <a:r>
              <a:rPr lang="es-CO" dirty="0" err="1"/>
              <a:t>base_url</a:t>
            </a:r>
            <a:r>
              <a:rPr lang="es-CO" dirty="0"/>
              <a:t>}}/api/</a:t>
            </a:r>
            <a:r>
              <a:rPr lang="es-CO" dirty="0" err="1"/>
              <a:t>auth</a:t>
            </a:r>
            <a:r>
              <a:rPr lang="es-CO" dirty="0"/>
              <a:t>/</a:t>
            </a:r>
            <a:r>
              <a:rPr lang="es-CO" dirty="0" err="1"/>
              <a:t>register</a:t>
            </a:r>
            <a:r>
              <a:rPr lang="es-CO" dirty="0"/>
              <a:t>, </a:t>
            </a:r>
            <a:r>
              <a:rPr lang="es-CO" dirty="0" err="1"/>
              <a:t>Headers</a:t>
            </a:r>
            <a:r>
              <a:rPr lang="es-CO" dirty="0"/>
              <a:t>: Content-</a:t>
            </a:r>
            <a:r>
              <a:rPr lang="es-CO" dirty="0" err="1"/>
              <a:t>Type</a:t>
            </a:r>
            <a:r>
              <a:rPr lang="es-CO" dirty="0"/>
              <a:t>: </a:t>
            </a:r>
            <a:r>
              <a:rPr lang="es-CO" dirty="0" err="1"/>
              <a:t>application</a:t>
            </a:r>
            <a:r>
              <a:rPr lang="es-CO" dirty="0"/>
              <a:t>/</a:t>
            </a:r>
            <a:r>
              <a:rPr lang="es-CO" dirty="0" err="1"/>
              <a:t>json</a:t>
            </a:r>
            <a:r>
              <a:rPr lang="es-CO" dirty="0"/>
              <a:t>, </a:t>
            </a:r>
            <a:r>
              <a:rPr lang="es-CO" dirty="0" err="1"/>
              <a:t>Body</a:t>
            </a:r>
            <a:r>
              <a:rPr lang="es-CO" dirty="0"/>
              <a:t>: {"nombre": "Juan", "apellido": "Pérez", "email": "juan@example.com", "</a:t>
            </a:r>
            <a:r>
              <a:rPr lang="es-CO" dirty="0" err="1"/>
              <a:t>password</a:t>
            </a:r>
            <a:r>
              <a:rPr lang="es-CO" dirty="0"/>
              <a:t>": "password123", "role": "cliente"}. - Resultado: Código 201, Respuesta: {"</a:t>
            </a:r>
            <a:r>
              <a:rPr lang="es-CO" dirty="0" err="1"/>
              <a:t>message</a:t>
            </a:r>
            <a:r>
              <a:rPr lang="es-CO" dirty="0"/>
              <a:t>": "Usuario registrado", "</a:t>
            </a:r>
            <a:r>
              <a:rPr lang="es-CO" dirty="0" err="1"/>
              <a:t>user</a:t>
            </a:r>
            <a:r>
              <a:rPr lang="es-CO" dirty="0"/>
              <a:t>": {...}, "token": "</a:t>
            </a:r>
            <a:r>
              <a:rPr lang="es-CO" dirty="0" err="1"/>
              <a:t>jwt_token</a:t>
            </a:r>
            <a:r>
              <a:rPr lang="es-CO" dirty="0"/>
              <a:t>"}. </a:t>
            </a:r>
          </a:p>
          <a:p>
            <a:pPr marL="0" indent="0">
              <a:buNone/>
            </a:pPr>
            <a:r>
              <a:rPr lang="es-CO" b="1" dirty="0"/>
              <a:t>Caso de Error </a:t>
            </a:r>
            <a:r>
              <a:rPr lang="es-CO" dirty="0"/>
              <a:t>(Email Duplicado): - </a:t>
            </a:r>
            <a:r>
              <a:rPr lang="es-CO" dirty="0" err="1"/>
              <a:t>Request</a:t>
            </a:r>
            <a:r>
              <a:rPr lang="es-CO" dirty="0"/>
              <a:t>: Mismo </a:t>
            </a:r>
            <a:r>
              <a:rPr lang="es-CO" dirty="0" err="1"/>
              <a:t>body</a:t>
            </a:r>
            <a:r>
              <a:rPr lang="es-CO" dirty="0"/>
              <a:t> con email existente. - Resultado: Código 400, Respuesta: {"</a:t>
            </a:r>
            <a:r>
              <a:rPr lang="es-CO" dirty="0" err="1"/>
              <a:t>message</a:t>
            </a:r>
            <a:r>
              <a:rPr lang="es-CO" dirty="0"/>
              <a:t>": "Email ya existe"}. </a:t>
            </a:r>
          </a:p>
        </p:txBody>
      </p:sp>
    </p:spTree>
    <p:extLst>
      <p:ext uri="{BB962C8B-B14F-4D97-AF65-F5344CB8AC3E}">
        <p14:creationId xmlns:p14="http://schemas.microsoft.com/office/powerpoint/2010/main" val="212004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40FDD-4293-F425-72F1-3BC2B934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Pruebas de la API </a:t>
            </a:r>
            <a:r>
              <a:rPr lang="es-MX" dirty="0" err="1"/>
              <a:t>Login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BA749-FBD2-BA2E-0EC9-A90CB014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Pruebas de la API de </a:t>
            </a:r>
            <a:r>
              <a:rPr lang="es-CO" dirty="0" err="1"/>
              <a:t>Login</a:t>
            </a:r>
            <a:r>
              <a:rPr lang="es-CO" dirty="0"/>
              <a:t> (POST /api/</a:t>
            </a:r>
            <a:r>
              <a:rPr lang="es-CO" dirty="0" err="1"/>
              <a:t>auth</a:t>
            </a:r>
            <a:r>
              <a:rPr lang="es-CO" dirty="0"/>
              <a:t>/</a:t>
            </a:r>
            <a:r>
              <a:rPr lang="es-CO" dirty="0" err="1"/>
              <a:t>login</a:t>
            </a:r>
            <a:r>
              <a:rPr lang="es-CO" dirty="0"/>
              <a:t>) - Descripción: Autentica usuario y devuelve token JWT. - Caso de Éxito: - </a:t>
            </a:r>
            <a:r>
              <a:rPr lang="es-CO" dirty="0" err="1"/>
              <a:t>Request</a:t>
            </a:r>
            <a:r>
              <a:rPr lang="es-CO" dirty="0"/>
              <a:t>: POST {{</a:t>
            </a:r>
            <a:r>
              <a:rPr lang="es-CO" dirty="0" err="1"/>
              <a:t>base_url</a:t>
            </a:r>
            <a:r>
              <a:rPr lang="es-CO" dirty="0"/>
              <a:t>}}/api/</a:t>
            </a:r>
            <a:r>
              <a:rPr lang="es-CO" dirty="0" err="1"/>
              <a:t>auth</a:t>
            </a:r>
            <a:r>
              <a:rPr lang="es-CO" dirty="0"/>
              <a:t>/</a:t>
            </a:r>
            <a:r>
              <a:rPr lang="es-CO" dirty="0" err="1"/>
              <a:t>login</a:t>
            </a:r>
            <a:r>
              <a:rPr lang="es-CO" dirty="0"/>
              <a:t>, </a:t>
            </a:r>
            <a:r>
              <a:rPr lang="es-CO" dirty="0" err="1"/>
              <a:t>Headers</a:t>
            </a:r>
            <a:r>
              <a:rPr lang="es-CO" dirty="0"/>
              <a:t>: Content-</a:t>
            </a:r>
            <a:r>
              <a:rPr lang="es-CO" dirty="0" err="1"/>
              <a:t>Type</a:t>
            </a:r>
            <a:r>
              <a:rPr lang="es-CO" dirty="0"/>
              <a:t>: </a:t>
            </a:r>
            <a:r>
              <a:rPr lang="es-CO" dirty="0" err="1"/>
              <a:t>application</a:t>
            </a:r>
            <a:r>
              <a:rPr lang="es-CO" dirty="0"/>
              <a:t>/</a:t>
            </a:r>
            <a:r>
              <a:rPr lang="es-CO" dirty="0" err="1"/>
              <a:t>json</a:t>
            </a:r>
            <a:r>
              <a:rPr lang="es-CO" dirty="0"/>
              <a:t>, </a:t>
            </a:r>
            <a:r>
              <a:rPr lang="es-CO" dirty="0" err="1"/>
              <a:t>Body</a:t>
            </a:r>
            <a:r>
              <a:rPr lang="es-CO" dirty="0"/>
              <a:t>: {"email": "juan@example.com", "</a:t>
            </a:r>
            <a:r>
              <a:rPr lang="es-CO" dirty="0" err="1"/>
              <a:t>password</a:t>
            </a:r>
            <a:r>
              <a:rPr lang="es-CO" dirty="0"/>
              <a:t>": "password123"}. - Resultado: Código 200, Respuesta: {"</a:t>
            </a:r>
            <a:r>
              <a:rPr lang="es-CO" dirty="0" err="1"/>
              <a:t>user</a:t>
            </a:r>
            <a:r>
              <a:rPr lang="es-CO" dirty="0"/>
              <a:t>": {...}, "token": "</a:t>
            </a:r>
            <a:r>
              <a:rPr lang="es-CO" dirty="0" err="1"/>
              <a:t>jwt_token</a:t>
            </a:r>
            <a:r>
              <a:rPr lang="es-CO" dirty="0"/>
              <a:t>"}. Token guardado en variable </a:t>
            </a:r>
            <a:r>
              <a:rPr lang="es-CO" dirty="0" err="1"/>
              <a:t>auth_token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839832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384</Words>
  <Application>Microsoft Office PowerPoint</Application>
  <PresentationFormat>Panorámica</PresentationFormat>
  <Paragraphs>16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Pruebas APIs con Postman</vt:lpstr>
      <vt:lpstr>Introducción </vt:lpstr>
      <vt:lpstr>Herramientas y Frameworks usados</vt:lpstr>
      <vt:lpstr>Configuración en entorno</vt:lpstr>
      <vt:lpstr>Pruebas de la API register</vt:lpstr>
      <vt:lpstr>Pruebas de la API Login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Sebastian Gongora Garcia</dc:creator>
  <cp:lastModifiedBy>Johan Sebastian Gongora Garcia</cp:lastModifiedBy>
  <cp:revision>1</cp:revision>
  <dcterms:created xsi:type="dcterms:W3CDTF">2026-02-08T19:29:35Z</dcterms:created>
  <dcterms:modified xsi:type="dcterms:W3CDTF">2026-02-08T20:03:02Z</dcterms:modified>
</cp:coreProperties>
</file>